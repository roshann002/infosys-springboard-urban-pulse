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0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735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1" y="2331720"/>
            <a:ext cx="10572681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PULSE </a:t>
            </a:r>
            <a:endParaRPr lang="en-US" sz="4200" dirty="0"/>
          </a:p>
          <a:p>
            <a:r>
              <a:rPr lang="en-US" sz="3600" b="1" kern="0" spc="2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MOBILITY INTELLIGENCE 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  •  Executive Dashboard  •  Weather Analytics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983480"/>
            <a:ext cx="2011680" cy="0"/>
          </a:xfrm>
          <a:prstGeom prst="line">
            <a:avLst/>
          </a:prstGeom>
          <a:noFill/>
          <a:ln w="25400">
            <a:solidFill>
              <a:srgbClr val="D4A9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datasets • 111,000+ rows • 2006–2024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11226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 exists and who it serves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995160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95160" y="211226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datasets, ~111K rows, 2006–2024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31821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52958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at the centre of three fact tables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95160" y="31821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95160" y="352958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 for transportation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45994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Analytics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94690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climate trends behind mobility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617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95160" y="45994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Next Steps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494690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shows, and where to take 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four data domains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needed to move between demographic context, real-time-style mobility conditions, scheduled transport performance and historical weather — without switching tools. The project consolidates all four into a single Power BI star schema built around a shared Date dimension.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28016" cy="128016"/>
          </a:xfrm>
          <a:prstGeom prst="ellipse">
            <a:avLst/>
          </a:prstGeom>
          <a:solidFill>
            <a:srgbClr val="D4A9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36758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4 datasets into one star schema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28016" cy="128016"/>
          </a:xfrm>
          <a:prstGeom prst="ellipse">
            <a:avLst/>
          </a:prstGeom>
          <a:solidFill>
            <a:srgbClr val="D4A9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1330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Date dimension across all facts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28016" cy="128016"/>
          </a:xfrm>
          <a:prstGeom prst="ellipse">
            <a:avLst/>
          </a:prstGeom>
          <a:solidFill>
            <a:srgbClr val="D4A9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5902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Executive Dashboard for leadership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D4A9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Weather Analytics Dashboard for planning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5160" y="1691640"/>
            <a:ext cx="4617720" cy="4782312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6092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0920" y="2514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60920" y="3136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 unified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6092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~111K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360920" y="40965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across all sources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60920" y="4434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360920" y="5056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(Weather, Mobility, Transport)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60920" y="5394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360920" y="60167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delivered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datasets feeding the model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districts, Tamil Nadu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/ district context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5-min intervals, 1–18 Mar 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Fact_Mobility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boardings, Jun 2013–Jul 2014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Fact_Transport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readings, 2006–2016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Fact_Weather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 sources span roughly 111,000 rows and cover 2006–2024, giving the model both long-run climate history and near-term mobility and demand detail.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schema: one Date dimension, three facts</a:t>
            </a:r>
            <a:endParaRPr lang="en-US" sz="3400" dirty="0"/>
          </a:p>
        </p:txBody>
      </p:sp>
      <p:pic>
        <p:nvPicPr>
          <p:cNvPr id="4" name="Image 0" descr="/mnt/user-data/uploads/Screenshot_2026-07-30_184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745236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691640"/>
            <a:ext cx="3474720" cy="45720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C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45820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5820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58200" y="25877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Year / Quarter / Month / Day hierarchy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58200" y="3227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Fact_Weather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34838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pressure, visibility, wind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58200" y="4123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Fact_Mobility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58200" y="43799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count, traffic speed, emissions, sentiment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58200" y="50200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Fact_Transport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58200" y="52760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Boardings by route, stop and trip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performance overview — filterable by Year and Month</a:t>
            </a:r>
            <a:endParaRPr lang="en-US" sz="1350" dirty="0"/>
          </a:p>
        </p:txBody>
      </p:sp>
      <p:pic>
        <p:nvPicPr>
          <p:cNvPr id="5" name="Image 0" descr="/mnt/user-data/uploads/Screenshot_2026-07-30_184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7360920" cy="4005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783080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75320" y="1856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770K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350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vehicles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92440" y="286207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75320" y="29352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11.93°C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7532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temperature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3941064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275320" y="40142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75320" y="4507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boardings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92440" y="5020056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75320" y="5093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42.11 km/h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275320" y="55869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traffic speed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Analytics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climate trends behind mobility — filterable by Month</a:t>
            </a:r>
            <a:endParaRPr lang="en-US" sz="1350" dirty="0"/>
          </a:p>
        </p:txBody>
      </p:sp>
      <p:pic>
        <p:nvPicPr>
          <p:cNvPr id="5" name="Image 0" descr="/mnt/user-data/uploads/Screenshot_2026-07-30_1841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7360920" cy="4059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783080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75320" y="18562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350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humidity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92440" y="286207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75320" y="2935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1.00K mb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7532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pressure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3941064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275320" y="40142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10.86°C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75320" y="4507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apparent temp.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92440" y="5020056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75320" y="50932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11.93°C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275320" y="55869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temperature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is stable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Boardings hold near 2K/year across the observed range — demand looks driven by route/stop coverage more than season.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0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runs hot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1762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mobility readings are High traffic condition; average road occupancy exceeds 54%.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319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is stable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6850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pressure and humidity all move within a narrow historical band (2006–2015) — no clear long-run drift.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3319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 dominates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36850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Partly/Mostly Cloudy account for ~62% of all hourly weather readings.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828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concentrated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stops (King William St, Grenfell St, Paradise Interchange) carry a disproportionate share of boardings.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70916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0" y="4828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caveat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year-end dip on both Temperature Trend charts is a partial-period artefact, not a real climate signal.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Climate Analytics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624</Words>
  <Application>Microsoft Office PowerPoint</Application>
  <PresentationFormat>Widescreen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S0744948</cp:lastModifiedBy>
  <cp:revision>2</cp:revision>
  <dcterms:created xsi:type="dcterms:W3CDTF">2026-07-30T13:33:38Z</dcterms:created>
  <dcterms:modified xsi:type="dcterms:W3CDTF">2026-07-30T13:46:20Z</dcterms:modified>
</cp:coreProperties>
</file>